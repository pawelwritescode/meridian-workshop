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02920" cy="502920"/>
          </a:xfrm>
          <a:prstGeom prst="rect">
            <a:avLst/>
          </a:prstGeom>
          <a:solidFill>
            <a:srgbClr val="38BDF8"/>
          </a:solidFill>
          <a:ln w="9144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ACCENTURE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457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</a:rPr>
              <a:t>Inventory Dashboard Modernization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Capabilities Presentation — Meridian Components
RFP #MC-2026-0417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THE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A dashboard that mostly works.
A team that can't fully rely on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515600" cy="59436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Reports module has known defects — unresolved since the previous vendor's contract ended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99232"/>
            <a:ext cx="10515600" cy="59436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906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No automated test coverage — IT has blocked changes as a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12464"/>
            <a:ext cx="10515600" cy="59436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039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Tokyo warehouse staff work in English-only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25696"/>
            <a:ext cx="10515600" cy="59436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171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Restocking capability was requested but never delivered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38928"/>
            <a:ext cx="10515600" cy="59436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30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Previous vendor's documentation was minimal — architecture is undocumented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What Meridian actually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212080" cy="192024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Operations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Needs a dashboard they can trust — fixed Reports, a working Restocking view, and screens their Tokyo colleagues can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212080" cy="192024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IT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Won't approve changes without test coverage. Unblocking IT unblocks everything else. R3 is the prerequisite.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12080" cy="192024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Needs a vendor who delivers on commitments, with predictable costs and milestone-based accountability.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192024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The real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Restore confidence. Prove that outside vendors can be trusted to finish what they start.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SCOPE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Four required, three desired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</a:rPr>
              <a:t>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212080" cy="685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30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Reports module remediation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5212080" cy="685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535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Restocking recommendations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5212080" cy="685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764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Automated browser test coverage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34840"/>
            <a:ext cx="5212080" cy="685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994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Architecture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</a:rPr>
              <a:t>DESIRED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65960"/>
            <a:ext cx="5029200" cy="685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D1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13055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UI modernization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88920"/>
            <a:ext cx="5029200" cy="685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D2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95351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Internationalization (Tokyo priority)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611880"/>
            <a:ext cx="5029200" cy="685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D3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7764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Dark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TECHNICAL APPROACH — 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Reports Module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568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Start with a structured discovery audit — no issue log exists, so we identify defects before we fix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0048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Known areas: filter wiring incomplete, Options API patterns inconsistent with the rest of the codebase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11296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Audit findings shared with Meridian operations team before remediation begins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52544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All defects identified in discovery are in scope — no surprises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93792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218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i18n gaps in Reports addressed here; remaining views covered under D2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TECHNICAL APPROACH — 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Restocking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568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New first-class view — consistent with existing navigation and layout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0048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Uses data already in the system: stock levels, demand forecasts, historical purchase order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11296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Operator supplies a budget ceiling; system returns a prioritized purchase order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52544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Output: item, suggested quantity, estimated unit cost, line total — ranked by demand urgency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93792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218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·  New backend endpoint — clean, follows existing API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TECHNICAL APPROACH — R3 &amp; 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Testing &amp;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94960" cy="4114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R3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</a:rPr>
              <a:t>Browser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End-to-end Playwright tests covering inventory by warehouse, order filtering, and the Restocking view. Structured for IT sign-off. Tests ship alongside features — not at the 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94960" cy="4114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R4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</a:rPr>
              <a:t>Architecture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089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Self-contained HTML diagram: Vue frontend → FastAPI backend → JSON data layer. All views mapped to API endpoints. Written for Meridian IT, produced at engagement 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Six weeks, three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651760" cy="4114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Weeks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Phase 1
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Architecture docs (R4)
Reports audit
Test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37360"/>
            <a:ext cx="2651760" cy="4114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Weeks 3–4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Phase 2
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0632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Reports fixes (R1)
Initial tests (R3)
i18n gaps in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2651760" cy="4114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Weeks 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Phase 3
New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Restocking view (R2)
Full test suite (R3)
UI refresh + i18n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737360"/>
            <a:ext cx="2651760" cy="411480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Post Wk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Stretch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632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Dark mode (D3)
If elected at
contract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Foundation first — every change made safely, IT can approve at each milestone.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Fixed-fee. No surprises.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0515600" cy="62179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R4 — Architecture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013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38BDF8"/>
                </a:solidFill>
              </a:rPr>
              <a:t>$4,000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41448"/>
            <a:ext cx="10515600" cy="62179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R1 — Reports module 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511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38BDF8"/>
                </a:solidFill>
              </a:rPr>
              <a:t>$12,000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91256"/>
            <a:ext cx="10515600" cy="62179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R3 — Automated browser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3009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38BDF8"/>
                </a:solidFill>
              </a:rPr>
              <a:t>$8,000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41064"/>
            <a:ext cx="10515600" cy="62179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7822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R2 — Restocking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0507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38BDF8"/>
                </a:solidFill>
              </a:rPr>
              <a:t>$18,000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90872"/>
            <a:ext cx="10515600" cy="62179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280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D1 + D2 — UI modernization &amp; i18n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800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38BDF8"/>
                </a:solidFill>
              </a:rPr>
              <a:t>$11,000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86400"/>
            <a:ext cx="10515600" cy="71323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418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</a:rPr>
              <a:t>Total (R1–R4, D1–D2)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6144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ADE80"/>
                </a:solidFill>
              </a:rPr>
              <a:t>$53,000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We finish what we start.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394960" cy="20116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We audit before we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Discovery findings shared with your team before work begins. No hidden scope, no end-of-project surprises.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394960" cy="20116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20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Tests ship with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Every deliverable includes coverage. IT can review and approve at each milestone — not just at the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394960" cy="20116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Documentation is a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Architecture docs written for your IT team. You won't need another vendor to explain what we built.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23360"/>
            <a:ext cx="5394960" cy="20116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206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Milestone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7091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Fixed fee, phased payments. You pay for results at each milestone, not hours on a timesheet.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02920" cy="502920"/>
          </a:xfrm>
          <a:prstGeom prst="rect">
            <a:avLst/>
          </a:prstGeom>
          <a:solidFill>
            <a:srgbClr val="38BDF8"/>
          </a:solidFill>
          <a:ln w="9144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ACCENTURE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457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Meridian's operations team deserves
a dashboard they can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That's what we're here to deliver.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Questions or to schedule a follow-up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8BDF8"/>
                </a:solidFill>
              </a:rPr>
              <a:t>pawel.chmielewski@accenture.com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